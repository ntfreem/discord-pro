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1F5F9"/>
                </a:solidFill>
                <a:latin typeface="Segoe UI"/>
              </a:defRPr>
            </a:pPr>
            <a:r>
              <a:t>Building BridgeBot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2926080"/>
            <a:ext cx="1828800" cy="508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60A5FA"/>
                </a:solidFill>
                <a:latin typeface="Segoe UI"/>
              </a:defRPr>
            </a:pPr>
            <a:r>
              <a:t>How I Built a Full AI Chatbot Platform</a:t>
            </a:r>
            <a:br/>
            <a:r>
              <a:t>Using Emergent — From Idea to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754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Zero boilerplate. Conversational development. Deployed in hours.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  <a:latin typeface="Segoe UI"/>
              </a:defRPr>
            </a:pPr>
            <a:r>
              <a:t>What is Emergent?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463040"/>
            <a:ext cx="1371600" cy="508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Segoe UI"/>
              </a:defRPr>
            </a:pPr>
            <a:r>
              <a:t>Emergent is an AI-powered development platform that builds full-stack</a:t>
            </a:r>
            <a:br/>
            <a:r>
              <a:t>applications through conversation. You describe what you want — it writes the code.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91840"/>
            <a:ext cx="9144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→  Full-stack: React frontend + FastAPI backend + MongoDB</a:t>
            </a:r>
          </a:p>
          <a:p>
            <a:pPr>
              <a:spcAft>
                <a:spcPts val="10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→  Live preview environment with hot reload</a:t>
            </a:r>
          </a:p>
          <a:p>
            <a:pPr>
              <a:spcAft>
                <a:spcPts val="10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→  Iterative — describe features, see them built in real-time</a:t>
            </a:r>
          </a:p>
          <a:p>
            <a:pPr>
              <a:spcAft>
                <a:spcPts val="10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→  Handles integrations: Discord, AI/LLMs, payments, auth</a:t>
            </a:r>
          </a:p>
          <a:p>
            <a:pPr>
              <a:spcAft>
                <a:spcPts val="10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→  One-click deploy to production with custom domains</a:t>
            </a:r>
          </a:p>
          <a:p>
            <a:pPr>
              <a:spcAft>
                <a:spcPts val="10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→  Built-in testing, debugging, and version control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  <a:latin typeface="Segoe UI"/>
              </a:defRPr>
            </a:pPr>
            <a:r>
              <a:t>The Starting Point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463040"/>
            <a:ext cx="1371600" cy="508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Segoe UI"/>
              </a:defRPr>
            </a:pPr>
            <a:r>
              <a:t>What I asked Emergent to build: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0A5FA"/>
                </a:solidFill>
                <a:latin typeface="Segoe UI"/>
              </a:defRPr>
            </a:pPr>
            <a:r>
              <a:t>"Build me a multi-tenant SaaS chatbot platform where admins can</a:t>
            </a:r>
            <a:br/>
            <a:r>
              <a:t>create AI knowledge-base instances and assign them to users.</a:t>
            </a:r>
            <a:br/>
            <a:r>
              <a:t>Support web chat, embeddable widget, and Discord bot integration."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754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That single prompt kicked off the entire project.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486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1F5F9"/>
                </a:solidFill>
                <a:latin typeface="Segoe UI"/>
              </a:defRPr>
            </a:pPr>
            <a:r>
              <a:t>No boilerplate. No scaffolding. No setup.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  <a:latin typeface="Segoe UI"/>
              </a:defRPr>
            </a:pPr>
            <a:r>
              <a:t>Phase 1: Core Platform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463040"/>
            <a:ext cx="1371600" cy="508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0A5FA"/>
                </a:solidFill>
                <a:latin typeface="Segoe UI"/>
              </a:defRPr>
            </a:pPr>
            <a:r>
              <a:t>What I described: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94A3B8"/>
                </a:solidFill>
                <a:latin typeface="Segoe UI"/>
              </a:defRPr>
            </a:pPr>
            <a:r>
              <a:t>"Add user auth with email login"</a:t>
            </a:r>
          </a:p>
          <a:p>
            <a:pPr>
              <a:spcAft>
                <a:spcPts val="1000"/>
              </a:spcAft>
              <a:defRPr sz="1500">
                <a:solidFill>
                  <a:srgbClr val="94A3B8"/>
                </a:solidFill>
                <a:latin typeface="Segoe UI"/>
              </a:defRPr>
            </a:pPr>
            <a:r>
              <a:t>"Create a knowledge base with FAQs"</a:t>
            </a:r>
          </a:p>
          <a:p>
            <a:pPr>
              <a:spcAft>
                <a:spcPts val="1000"/>
              </a:spcAft>
              <a:defRPr sz="1500">
                <a:solidFill>
                  <a:srgbClr val="94A3B8"/>
                </a:solidFill>
                <a:latin typeface="Segoe UI"/>
              </a:defRPr>
            </a:pPr>
            <a:r>
              <a:t>"Add a chat page powered by Claude"</a:t>
            </a:r>
          </a:p>
          <a:p>
            <a:pPr>
              <a:spcAft>
                <a:spcPts val="1000"/>
              </a:spcAft>
              <a:defRPr sz="1500">
                <a:solidFill>
                  <a:srgbClr val="94A3B8"/>
                </a:solidFill>
                <a:latin typeface="Segoe UI"/>
              </a:defRPr>
            </a:pPr>
            <a:r>
              <a:t>"Build an admin dashboard"</a:t>
            </a:r>
          </a:p>
          <a:p>
            <a:pPr>
              <a:spcAft>
                <a:spcPts val="1000"/>
              </a:spcAft>
              <a:defRPr sz="1500">
                <a:solidFill>
                  <a:srgbClr val="94A3B8"/>
                </a:solidFill>
                <a:latin typeface="Segoe UI"/>
              </a:defRPr>
            </a:pPr>
            <a:r>
              <a:t>"Add an embeddable chat widget"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0116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  <a:latin typeface="Segoe UI"/>
              </a:defRPr>
            </a:pPr>
            <a:r>
              <a:t>What Emergent built: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56032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94A3B8"/>
                </a:solidFill>
                <a:latin typeface="Segoe UI"/>
              </a:defRPr>
            </a:pPr>
            <a:r>
              <a:t>JWT auth with password hashing</a:t>
            </a:r>
          </a:p>
          <a:p>
            <a:pPr>
              <a:spcAft>
                <a:spcPts val="1000"/>
              </a:spcAft>
              <a:defRPr sz="1500">
                <a:solidFill>
                  <a:srgbClr val="94A3B8"/>
                </a:solidFill>
                <a:latin typeface="Segoe UI"/>
              </a:defRPr>
            </a:pPr>
            <a:r>
              <a:t>MongoDB schema for multi-tenant data</a:t>
            </a:r>
          </a:p>
          <a:p>
            <a:pPr>
              <a:spcAft>
                <a:spcPts val="1000"/>
              </a:spcAft>
              <a:defRPr sz="1500">
                <a:solidFill>
                  <a:srgbClr val="94A3B8"/>
                </a:solidFill>
                <a:latin typeface="Segoe UI"/>
              </a:defRPr>
            </a:pPr>
            <a:r>
              <a:t>Knowledge CRUD with text indexing</a:t>
            </a:r>
          </a:p>
          <a:p>
            <a:pPr>
              <a:spcAft>
                <a:spcPts val="1000"/>
              </a:spcAft>
              <a:defRPr sz="1500">
                <a:solidFill>
                  <a:srgbClr val="94A3B8"/>
                </a:solidFill>
                <a:latin typeface="Segoe UI"/>
              </a:defRPr>
            </a:pPr>
            <a:r>
              <a:t>Claude integration via Universal Key</a:t>
            </a:r>
          </a:p>
          <a:p>
            <a:pPr>
              <a:spcAft>
                <a:spcPts val="1000"/>
              </a:spcAft>
              <a:defRPr sz="1500">
                <a:solidFill>
                  <a:srgbClr val="94A3B8"/>
                </a:solidFill>
                <a:latin typeface="Segoe UI"/>
              </a:defRPr>
            </a:pPr>
            <a:r>
              <a:t>Full React admin UI with routing</a:t>
            </a:r>
          </a:p>
          <a:p>
            <a:pPr>
              <a:spcAft>
                <a:spcPts val="1000"/>
              </a:spcAft>
              <a:defRPr sz="1500">
                <a:solidFill>
                  <a:srgbClr val="94A3B8"/>
                </a:solidFill>
                <a:latin typeface="Segoe UI"/>
              </a:defRPr>
            </a:pPr>
            <a:r>
              <a:t>Embeddable widget with script tag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Time: ~2 hours of iterative conversation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  <a:latin typeface="Segoe UI"/>
              </a:defRPr>
            </a:pPr>
            <a:r>
              <a:t>Phase 2: Discord + Intelligence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463040"/>
            <a:ext cx="1371600" cy="508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0A5FA"/>
                </a:solidFill>
                <a:latin typeface="Segoe UI"/>
              </a:defRPr>
            </a:pPr>
            <a:r>
              <a:t>What I described: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94A3B8"/>
                </a:solidFill>
                <a:latin typeface="Segoe UI"/>
              </a:defRPr>
            </a:pPr>
            <a:r>
              <a:t>"Add Discord bot integration"</a:t>
            </a:r>
          </a:p>
          <a:p>
            <a:pPr>
              <a:spcAft>
                <a:spcPts val="1000"/>
              </a:spcAft>
              <a:defRPr sz="1500">
                <a:solidFill>
                  <a:srgbClr val="94A3B8"/>
                </a:solidFill>
                <a:latin typeface="Segoe UI"/>
              </a:defRPr>
            </a:pPr>
            <a:r>
              <a:t>"Replace token pasting with OAuth invite"</a:t>
            </a:r>
          </a:p>
          <a:p>
            <a:pPr>
              <a:spcAft>
                <a:spcPts val="1000"/>
              </a:spcAft>
              <a:defRPr sz="1500">
                <a:solidFill>
                  <a:srgbClr val="94A3B8"/>
                </a:solidFill>
                <a:latin typeface="Segoe UI"/>
              </a:defRPr>
            </a:pPr>
            <a:r>
              <a:t>"Bot should understand intent, not keywords"</a:t>
            </a:r>
          </a:p>
          <a:p>
            <a:pPr>
              <a:spcAft>
                <a:spcPts val="1000"/>
              </a:spcAft>
              <a:defRPr sz="1500">
                <a:solidFill>
                  <a:srgbClr val="94A3B8"/>
                </a:solidFill>
                <a:latin typeface="Segoe UI"/>
              </a:defRPr>
            </a:pPr>
            <a:r>
              <a:t>"Add priority levels to knowledge"</a:t>
            </a:r>
          </a:p>
          <a:p>
            <a:pPr>
              <a:spcAft>
                <a:spcPts val="1000"/>
              </a:spcAft>
              <a:defRPr sz="1500">
                <a:solidFill>
                  <a:srgbClr val="94A3B8"/>
                </a:solidFill>
                <a:latin typeface="Segoe UI"/>
              </a:defRPr>
            </a:pPr>
            <a:r>
              <a:t>"Let humans take over when needed"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0116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  <a:latin typeface="Segoe UI"/>
              </a:defRPr>
            </a:pPr>
            <a:r>
              <a:t>What Emergent built: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56032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94A3B8"/>
                </a:solidFill>
                <a:latin typeface="Segoe UI"/>
              </a:defRPr>
            </a:pPr>
            <a:r>
              <a:t>discord.py bot with live config</a:t>
            </a:r>
          </a:p>
          <a:p>
            <a:pPr>
              <a:spcAft>
                <a:spcPts val="1000"/>
              </a:spcAft>
              <a:defRPr sz="1500">
                <a:solidFill>
                  <a:srgbClr val="94A3B8"/>
                </a:solidFill>
                <a:latin typeface="Segoe UI"/>
              </a:defRPr>
            </a:pPr>
            <a:r>
              <a:t>OAuth2 one-click invite flow</a:t>
            </a:r>
          </a:p>
          <a:p>
            <a:pPr>
              <a:spcAft>
                <a:spcPts val="1000"/>
              </a:spcAft>
              <a:defRPr sz="1500">
                <a:solidFill>
                  <a:srgbClr val="94A3B8"/>
                </a:solidFill>
                <a:latin typeface="Segoe UI"/>
              </a:defRPr>
            </a:pPr>
            <a:r>
              <a:t>Semantic search (full context to LLM)</a:t>
            </a:r>
          </a:p>
          <a:p>
            <a:pPr>
              <a:spcAft>
                <a:spcPts val="1000"/>
              </a:spcAft>
              <a:defRPr sz="1500">
                <a:solidFill>
                  <a:srgbClr val="94A3B8"/>
                </a:solidFill>
                <a:latin typeface="Segoe UI"/>
              </a:defRPr>
            </a:pPr>
            <a:r>
              <a:t>Priority system (High/Medium/Normal)</a:t>
            </a:r>
          </a:p>
          <a:p>
            <a:pPr>
              <a:spcAft>
                <a:spcPts val="1000"/>
              </a:spcAft>
              <a:defRPr sz="1500">
                <a:solidFill>
                  <a:srgbClr val="94A3B8"/>
                </a:solidFill>
                <a:latin typeface="Segoe UI"/>
              </a:defRPr>
            </a:pPr>
            <a:r>
              <a:t>Per-channel human takeover with cooldown</a:t>
            </a:r>
          </a:p>
          <a:p>
            <a:pPr>
              <a:spcAft>
                <a:spcPts val="1000"/>
              </a:spcAft>
              <a:defRPr sz="1500">
                <a:solidFill>
                  <a:srgbClr val="94A3B8"/>
                </a:solidFill>
                <a:latin typeface="Segoe UI"/>
              </a:defRPr>
            </a:pPr>
            <a:r>
              <a:t>Auto-resume + !bot resume command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Time: ~3 hours of iterative refinement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  <a:latin typeface="Segoe UI"/>
              </a:defRPr>
            </a:pPr>
            <a:r>
              <a:t>Phase 3: Polish &amp; Production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463040"/>
            <a:ext cx="1371600" cy="508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0A5FA"/>
                </a:solidFill>
                <a:latin typeface="Segoe UI"/>
              </a:defRPr>
            </a:pPr>
            <a:r>
              <a:t>What I described: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94A3B8"/>
                </a:solidFill>
                <a:latin typeface="Segoe UI"/>
              </a:defRPr>
            </a:pPr>
            <a:r>
              <a:t>"Redesign with a soft blue theme"</a:t>
            </a:r>
          </a:p>
          <a:p>
            <a:pPr>
              <a:spcAft>
                <a:spcPts val="1000"/>
              </a:spcAft>
              <a:defRPr sz="1500">
                <a:solidFill>
                  <a:srgbClr val="94A3B8"/>
                </a:solidFill>
                <a:latin typeface="Segoe UI"/>
              </a:defRPr>
            </a:pPr>
            <a:r>
              <a:t>"Let users login with username too"</a:t>
            </a:r>
          </a:p>
          <a:p>
            <a:pPr>
              <a:spcAft>
                <a:spcPts val="1000"/>
              </a:spcAft>
              <a:defRPr sz="1500">
                <a:solidFill>
                  <a:srgbClr val="94A3B8"/>
                </a:solidFill>
                <a:latin typeface="Segoe UI"/>
              </a:defRPr>
            </a:pPr>
            <a:r>
              <a:t>"Add ability to edit knowledge sources"</a:t>
            </a:r>
          </a:p>
          <a:p>
            <a:pPr>
              <a:spcAft>
                <a:spcPts val="1000"/>
              </a:spcAft>
              <a:defRPr sz="1500">
                <a:solidFill>
                  <a:srgbClr val="94A3B8"/>
                </a:solidFill>
                <a:latin typeface="Segoe UI"/>
              </a:defRPr>
            </a:pPr>
            <a:r>
              <a:t>"Setup MongoDB Atlas for production"</a:t>
            </a:r>
          </a:p>
          <a:p>
            <a:pPr>
              <a:spcAft>
                <a:spcPts val="1000"/>
              </a:spcAft>
              <a:defRPr sz="1500">
                <a:solidFill>
                  <a:srgbClr val="94A3B8"/>
                </a:solidFill>
                <a:latin typeface="Segoe UI"/>
              </a:defRPr>
            </a:pPr>
            <a:r>
              <a:t>"Create full documentation"</a:t>
            </a:r>
          </a:p>
          <a:p>
            <a:pPr>
              <a:spcAft>
                <a:spcPts val="1000"/>
              </a:spcAft>
              <a:defRPr sz="1500">
                <a:solidFill>
                  <a:srgbClr val="94A3B8"/>
                </a:solidFill>
                <a:latin typeface="Segoe UI"/>
              </a:defRPr>
            </a:pPr>
            <a:r>
              <a:t>"Remove all platform branding"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0116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  <a:latin typeface="Segoe UI"/>
              </a:defRPr>
            </a:pPr>
            <a:r>
              <a:t>What Emergent built: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56032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94A3B8"/>
                </a:solidFill>
                <a:latin typeface="Segoe UI"/>
              </a:defRPr>
            </a:pPr>
            <a:r>
              <a:t>Complete UI redesign with theme system</a:t>
            </a:r>
          </a:p>
          <a:p>
            <a:pPr>
              <a:spcAft>
                <a:spcPts val="1000"/>
              </a:spcAft>
              <a:defRPr sz="1500">
                <a:solidFill>
                  <a:srgbClr val="94A3B8"/>
                </a:solidFill>
                <a:latin typeface="Segoe UI"/>
              </a:defRPr>
            </a:pPr>
            <a:r>
              <a:t>Hybrid email/username auth</a:t>
            </a:r>
          </a:p>
          <a:p>
            <a:pPr>
              <a:spcAft>
                <a:spcPts val="1000"/>
              </a:spcAft>
              <a:defRPr sz="1500">
                <a:solidFill>
                  <a:srgbClr val="94A3B8"/>
                </a:solidFill>
                <a:latin typeface="Segoe UI"/>
              </a:defRPr>
            </a:pPr>
            <a:r>
              <a:t>Inline source editing with modal</a:t>
            </a:r>
          </a:p>
          <a:p>
            <a:pPr>
              <a:spcAft>
                <a:spcPts val="1000"/>
              </a:spcAft>
              <a:defRPr sz="1500">
                <a:solidFill>
                  <a:srgbClr val="94A3B8"/>
                </a:solidFill>
                <a:latin typeface="Segoe UI"/>
              </a:defRPr>
            </a:pPr>
            <a:r>
              <a:t>Atlas migration + verification</a:t>
            </a:r>
          </a:p>
          <a:p>
            <a:pPr>
              <a:spcAft>
                <a:spcPts val="1000"/>
              </a:spcAft>
              <a:defRPr sz="1500">
                <a:solidFill>
                  <a:srgbClr val="94A3B8"/>
                </a:solidFill>
                <a:latin typeface="Segoe UI"/>
              </a:defRPr>
            </a:pPr>
            <a:r>
              <a:t>8-section documentation hub (/docs)</a:t>
            </a:r>
          </a:p>
          <a:p>
            <a:pPr>
              <a:spcAft>
                <a:spcPts val="1000"/>
              </a:spcAft>
              <a:defRPr sz="1500">
                <a:solidFill>
                  <a:srgbClr val="94A3B8"/>
                </a:solidFill>
                <a:latin typeface="Segoe UI"/>
              </a:defRPr>
            </a:pPr>
            <a:r>
              <a:t>Clean production build, custom domain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Time: ~2 hours including testing and deployment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  <a:latin typeface="Segoe UI"/>
              </a:defRPr>
            </a:pPr>
            <a:r>
              <a:t>How Development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463040"/>
            <a:ext cx="1371600" cy="508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Segoe UI"/>
              </a:defRPr>
            </a:pPr>
            <a:r>
              <a:t>It's a conversation, not a code editor.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0A5FA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2926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1F5F9"/>
                </a:solidFill>
                <a:latin typeface="Segoe UI"/>
              </a:defRPr>
            </a:pPr>
            <a:r>
              <a:t>Describe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9260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Segoe UI"/>
              </a:defRPr>
            </a:pPr>
            <a:r>
              <a:t>Tell Emergent what you want in plain English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657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0A5FA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3657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1F5F9"/>
                </a:solidFill>
                <a:latin typeface="Segoe UI"/>
              </a:defRPr>
            </a:pPr>
            <a:r>
              <a:t>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6576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Segoe UI"/>
              </a:defRPr>
            </a:pPr>
            <a:r>
              <a:t>See the implementation in your live preview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389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0A5FA"/>
                </a:solidFill>
                <a:latin typeface="Segoe UI"/>
              </a:defRPr>
            </a:pPr>
            <a:r>
              <a:t>3.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4389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1F5F9"/>
                </a:solidFill>
                <a:latin typeface="Segoe UI"/>
              </a:defRPr>
            </a:pPr>
            <a:r>
              <a:t>Iterate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3891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Segoe UI"/>
              </a:defRPr>
            </a:pPr>
            <a:r>
              <a:t>Ask for changes — 'make this button blue', 'add a cooldown field'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120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0A5FA"/>
                </a:solidFill>
                <a:latin typeface="Segoe UI"/>
              </a:defRPr>
            </a:pPr>
            <a:r>
              <a:t>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5120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1F5F9"/>
                </a:solidFill>
                <a:latin typeface="Segoe UI"/>
              </a:defRPr>
            </a:pPr>
            <a:r>
              <a:t>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51206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Segoe UI"/>
              </a:defRPr>
            </a:pPr>
            <a:r>
              <a:t>Emergent runs automated tests and shows results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8521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0A5FA"/>
                </a:solidFill>
                <a:latin typeface="Segoe UI"/>
              </a:defRPr>
            </a:pPr>
            <a:r>
              <a:t>5.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5852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1F5F9"/>
                </a:solidFill>
                <a:latin typeface="Segoe UI"/>
              </a:defRPr>
            </a:pPr>
            <a:r>
              <a:t>Deploy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58521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Segoe UI"/>
              </a:defRPr>
            </a:pPr>
            <a:r>
              <a:t>One click to go live with your custom domain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  <a:latin typeface="Segoe UI"/>
              </a:defRPr>
            </a:pPr>
            <a:r>
              <a:t>What Surprised Me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463040"/>
            <a:ext cx="1371600" cy="508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60A5FA"/>
                </a:solidFill>
                <a:latin typeface="Segoe UI"/>
              </a:defRPr>
            </a:pPr>
            <a:r>
              <a:t>It handles integrations end-to-end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331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Discord OAuth, Claude LLM, MongoDB Atlas — I just said what I needed and it wired everything together.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926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60A5FA"/>
                </a:solidFill>
                <a:latin typeface="Segoe UI"/>
              </a:defRPr>
            </a:pPr>
            <a:r>
              <a:t>Debugging is collaborative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246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When something broke, I'd describe the issue and Emergent would trace the root cause and fix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840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60A5FA"/>
                </a:solidFill>
                <a:latin typeface="Segoe UI"/>
              </a:defRPr>
            </a:pPr>
            <a:r>
              <a:t>Design decisions are smart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160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The UI theme, component architecture, and database schema were all production-quality from the start.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754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60A5FA"/>
                </a:solidFill>
                <a:latin typeface="Segoe UI"/>
              </a:defRPr>
            </a:pPr>
            <a:r>
              <a:t>It remembers context across sessions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074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I could come back days later and say 'add priority to knowledge base' — it knew exactly where to put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669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60A5FA"/>
                </a:solidFill>
                <a:latin typeface="Segoe UI"/>
              </a:defRPr>
            </a:pPr>
            <a:r>
              <a:t>Testing is built 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989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Automated test suites run after each feature. Caught bugs I would have missed.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  <a:latin typeface="Segoe UI"/>
              </a:defRPr>
            </a:pPr>
            <a:r>
              <a:t>By the Numbers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463040"/>
            <a:ext cx="1371600" cy="508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0A5FA"/>
                </a:solidFill>
                <a:latin typeface="Segoe UI"/>
              </a:defRPr>
            </a:pPr>
            <a:r>
              <a:t>~7 hours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108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Segoe UI"/>
              </a:defRPr>
            </a:pPr>
            <a:r>
              <a:t>Total development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3774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0A5FA"/>
                </a:solidFill>
                <a:latin typeface="Segoe UI"/>
              </a:defRPr>
            </a:pPr>
            <a:r>
              <a:t>1,600+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3108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Segoe UI"/>
              </a:defRPr>
            </a:pPr>
            <a:r>
              <a:t>Lines of backend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3774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0A5FA"/>
                </a:solidFill>
                <a:latin typeface="Segoe UI"/>
              </a:defRPr>
            </a:pPr>
            <a:r>
              <a:t>15+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3108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Segoe UI"/>
              </a:defRPr>
            </a:pPr>
            <a:r>
              <a:t>Pages / components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3891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0A5FA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120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Segoe UI"/>
              </a:defRPr>
            </a:pPr>
            <a:r>
              <a:t>Lines of code I wrote manually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43891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0A5FA"/>
                </a:solidFill>
                <a:latin typeface="Segoe UI"/>
              </a:defRPr>
            </a:pPr>
            <a:r>
              <a:t>1 click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5120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Segoe UI"/>
              </a:defRPr>
            </a:pPr>
            <a:r>
              <a:t>To deploy to bridgebot.tech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Traditional estimate for this scope: 4-6 weeks with a team of 2-3 developers.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  <a:latin typeface="Segoe UI"/>
              </a:defRPr>
            </a:pPr>
            <a:r>
              <a:t>Final Takeaway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2103120"/>
            <a:ext cx="1371600" cy="508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Segoe UI"/>
              </a:defRPr>
            </a:pPr>
            <a:r>
              <a:t>Emergent didn't just generate code — it built a product.</a:t>
            </a:r>
            <a:br/>
            <a:br/>
            <a:r>
              <a:t>I described what I wanted in plain language, iterated through</a:t>
            </a:r>
            <a:br/>
            <a:r>
              <a:t>feedback, and shipped a production SaaS platform in under a day.</a:t>
            </a:r>
            <a:br/>
            <a:br/>
            <a:r>
              <a:t>The future of software development is conversational.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303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B981"/>
                </a:solidFill>
                <a:latin typeface="Segoe UI"/>
              </a:defRPr>
            </a:pPr>
            <a:r>
              <a:t>Try it: emergent.sh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852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See the result: bridgebot.tech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