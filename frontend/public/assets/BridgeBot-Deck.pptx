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1F5F9"/>
                </a:solidFill>
                <a:latin typeface="Segoe UI"/>
              </a:defRPr>
            </a:pPr>
            <a:r>
              <a:t>BridgeBot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18288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0A5FA"/>
                </a:solidFill>
                <a:latin typeface="Segoe UI"/>
              </a:defRPr>
            </a:pPr>
            <a:r>
              <a:t>AI-Powered Support Bot for Discord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Intelligent. Configurable. Always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bridgebot.tech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What is BridgeBot?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BridgeBot is a multi-tenant AI chatbot platform that creates intelligent</a:t>
            </a:r>
            <a:br/>
            <a:r>
              <a:t>support agents powered by your own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Train your bot with FAQs, URLs, and documents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Deploy to Discord with one-click OAuth invite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Semantic understanding — not keyword matching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Smart human takeover when staff steps in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Full admin dashboard for configuration &amp; analytics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→  Multi-tenant — separate bots for separate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Segoe UI"/>
              </a:defRPr>
            </a:pPr>
            <a:r>
              <a:t>Without BridgeBot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✗  Same questions asked over and over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✗  Support staff overwhelmed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✗  Users left waiting for hours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✗  Knowledge scattered across docs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✗  No 24/7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With BridgeBot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✓  Instant answers from your knowledge base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✓  Bot handles routine questions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✓  24/7 support, zero wait time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✓  Centralized, searchable knowledge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✓  Humans step in only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Crypto / DeFi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Answer token questions instantly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Guide users through bridging &amp; transfers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Handle transaction status inquiries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Reduce support ticket volume by 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SaaS / Developer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834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Onboard new users with guided answers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Surface documentation contextually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Triage bugs vs. feature requests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Free up engineering from support duty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Gaming 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Answer gameplay &amp; mechanics questions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Moderate with intelligent context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Handle server rules &amp; FAQ on autopilot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E-commerce &amp;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394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Shipping, returns &amp; refund policies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Product recommendations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Order status without human involvement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Quick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From zero to answering questions in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Add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Enter FAQs, scrape URLs, or upload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Set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Mark critical FAQs as High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Connect Discord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One-click OAuth bot invite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Choose listen mode &amp; reply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Bot starts answering immediately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[INSERT LIVE DEMO / SCREEN RECORDING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Top 5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Semantic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Bot understands intent, not just keywords. Users can ask in their own words and get the right answer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Human Takeover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When staff replies, the bot goes silent per-channel. Resumes automatically after cooldown or with !bot resume.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Priority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High-priority FAQs take precedence. Every source you add makes the bot smarter instantly — no retraining.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One-Click Discord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OAuth2 invite flow. Configure credentials, listen modes, and reply styles — all from the UI.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Zero-Downtime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Change any setting and it takes effect on the next message. No restarts. No redeployments.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13716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If you're running a Discord community and spending time</a:t>
            </a:r>
            <a:br/>
            <a:r>
              <a:t>answering the same questions — automate it.</a:t>
            </a:r>
            <a:br/>
            <a:br/>
            <a:r>
              <a:t>BridgeBot handles the repetitive work so your team</a:t>
            </a:r>
            <a:br/>
            <a:r>
              <a:t>can focus on what actually needs a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Segoe UI"/>
              </a:defRPr>
            </a:pPr>
            <a:r>
              <a:t>Start building your knowledge base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1F5F9"/>
                </a:solidFill>
                <a:latin typeface="Segoe UI"/>
              </a:defRPr>
            </a:pPr>
            <a:r>
              <a:t>bridgebot.tech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Documentation: bridgebot.tech/docs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